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33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CB1BB-4872-401A-AC49-59DC353D47B4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DE4CC-446C-4A75-BFE3-3D38DD2A51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6553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th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BDE4CC-446C-4A75-BFE3-3D38DD2A51F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40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B84AB-9E1C-8BF1-978E-2D75A8D49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68C08C-3353-A494-FB0F-AA9437859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3BEF40-EAB3-3B28-5279-0AEE8EE1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805-B0C1-4774-8BB8-2E79548DC328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E0C4E2-E487-7F03-A1A4-FFAE7EAB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0F9C3C-950C-811C-DD73-879D8BD9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07BD-FFB0-4F7A-B124-A504B398D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649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B169D-99C1-FE0D-64E2-B4D029ACB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6C5848-849C-75E3-39D1-96F582B7E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D27665-83C2-66A5-2FF3-DBF6CCE2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805-B0C1-4774-8BB8-2E79548DC328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C826BE-25A7-17BB-BACF-153360BD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10AAC9-5F93-29A0-21FF-81988A0B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07BD-FFB0-4F7A-B124-A504B398D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1615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6EA84-5FFE-A517-FEA0-E5587CA85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38FAC9-B77E-3DBA-5D69-D85C1ED16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910AD7-6C25-7589-3C70-731858EE5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805-B0C1-4774-8BB8-2E79548DC328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F51B5F-86B3-2636-68A2-3967DE63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4B0B8B-D0A1-25D2-FE9A-746A5018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07BD-FFB0-4F7A-B124-A504B398D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5387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EED2E-D779-10BA-9A02-28E5E1348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397C67-7A97-4B6E-638F-E776EF6D5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F361DF-0235-694C-D754-70476A85F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1C3A23-4855-7D57-8021-2D263A1A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805-B0C1-4774-8BB8-2E79548DC328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C0EF42-69E3-5DE5-CDD1-58952EF9E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2C94B9-3812-951A-60B2-FB0F734D7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07BD-FFB0-4F7A-B124-A504B398D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0179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F75FB-53DD-07C9-8D1B-880D7290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E69238-A59A-68D5-2A7E-4EF765C71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BDC71C-090C-BEDA-A5EB-B982A66C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ED1DB95-92FB-EA1C-0E9F-AEDE99375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CD5D9EA-57E6-68FE-9E4C-9005AD6B2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46014F5-C08F-81DA-228B-01C8781F4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805-B0C1-4774-8BB8-2E79548DC328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8929E5B-F2B4-1FCF-2507-C15EC7D2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79439C1-EAAF-40BF-189A-7E27F1B65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07BD-FFB0-4F7A-B124-A504B398D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911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CF107-6FF0-DFB0-F555-6CA619B9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2A4008C-5824-766F-2E99-CBAF38AFA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805-B0C1-4774-8BB8-2E79548DC328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64F652-4579-52CA-D2B8-F5F4A6DE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621976F-C440-9960-AD58-33333B28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07BD-FFB0-4F7A-B124-A504B398D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5296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452349D-85C9-1BFD-3C88-10DE5025E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805-B0C1-4774-8BB8-2E79548DC328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0BB8DF6-9911-E8C5-B19D-BD51AA4A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EF1BB29-7D40-CAA1-6308-81842AC85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07BD-FFB0-4F7A-B124-A504B398D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188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C6378-1F7A-A145-FE54-AFBFC2AA8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8DA7A9-606E-D164-2E6C-445E8FDFF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FBBB9D-4686-4737-D2E8-8DB8124FE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C48C70-05C3-5CCC-69D8-0EA090B20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805-B0C1-4774-8BB8-2E79548DC328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D0092B-C32D-B3B9-DB2B-4BEE756B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0A9BAD-A3AB-3355-68F2-FCFC27697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07BD-FFB0-4F7A-B124-A504B398D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39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4E649-5CE4-935F-B1A6-0B8AAF15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03D6FED-1DEE-6477-D8D3-77F7FFC63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6B0329-37E2-D2B5-521A-E08AD5777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12E4A9-D541-4567-FE69-4C681775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805-B0C1-4774-8BB8-2E79548DC328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D66FEA-D014-44FC-DB1D-8B0AE49B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80667E-CA8C-D7FD-854D-24C362C27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07BD-FFB0-4F7A-B124-A504B398D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73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EB765-4410-2301-5C72-3BB09FEA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86A863-B249-FEB7-C120-2D426FBFB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F375CC-CBE2-12EB-899D-9634A6D0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805-B0C1-4774-8BB8-2E79548DC328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5981DD-D070-A8F8-C52D-2EF36040B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DC5AD1-78CC-7950-EB9F-A7DF37B3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07BD-FFB0-4F7A-B124-A504B398D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026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BEA417B-2DFC-20C8-6245-5C6DA0F3E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3A3AA4E-F6DE-7D71-796B-DFA0401A8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A4DFBA-D96D-D9DA-F3A0-3A9974132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805-B0C1-4774-8BB8-2E79548DC328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E5D372-10B0-5DE4-9488-4E8BDB3C5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B0FD6B-CD77-E1A9-8A00-9AD61DAB8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07BD-FFB0-4F7A-B124-A504B398D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61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D2D4F82-5ED6-13BD-801B-E7DBC818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288698-5ECF-F689-B145-052C148E4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56128A-7294-B38E-88D2-C786E3527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1805-B0C1-4774-8BB8-2E79548DC328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455241-DB8B-71A3-F1C7-AFEAEFBFE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C57588-F844-A624-F019-C130CD73D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4C07BD-FFB0-4F7A-B124-A504B398DD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623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089FB-4152-7181-8D75-FD1CD3C283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Streaming Churn Prediction Study Case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3F75C9-6541-0F4A-93F2-375F5353D5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Predicting which customers are most likely to cancel their subscription </a:t>
            </a:r>
            <a:r>
              <a:rPr lang="en-US" noProof="0" dirty="0" err="1"/>
              <a:t>usign</a:t>
            </a:r>
            <a:r>
              <a:rPr lang="en-US" noProof="0" dirty="0"/>
              <a:t> Python, SQL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26553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6C2F4-B683-A722-5918-DF236DD6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Problem Statement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BD49BD-8C29-ECEB-0F31-9DA6B9BA3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 streaming platform wants to proactively identify which customer is most likely to churn.</a:t>
            </a:r>
          </a:p>
          <a:p>
            <a:r>
              <a:rPr lang="en-US" dirty="0"/>
              <a:t>Goal – build a machine learning model to predict the probability of churn using historical behavior, engagement, billing and demographic data.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91440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611D3-F4F3-8770-6601-646C88A9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Target </a:t>
            </a:r>
            <a:r>
              <a:rPr lang="pt-BR" dirty="0" err="1"/>
              <a:t>Definition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5B6E57-46AF-4E50-E121-8EE95AD8A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What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Churn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A </a:t>
            </a:r>
            <a:r>
              <a:rPr lang="pt-BR" dirty="0" err="1"/>
              <a:t>user</a:t>
            </a:r>
            <a:r>
              <a:rPr lang="pt-BR" dirty="0"/>
              <a:t> </a:t>
            </a:r>
            <a:r>
              <a:rPr lang="pt-BR" dirty="0" err="1"/>
              <a:t>who</a:t>
            </a:r>
            <a:r>
              <a:rPr lang="pt-BR" dirty="0"/>
              <a:t> </a:t>
            </a:r>
            <a:r>
              <a:rPr lang="pt-BR" dirty="0" err="1"/>
              <a:t>cancels</a:t>
            </a:r>
            <a:r>
              <a:rPr lang="pt-BR" dirty="0"/>
              <a:t> </a:t>
            </a:r>
            <a:r>
              <a:rPr lang="pt-BR" dirty="0" err="1"/>
              <a:t>their</a:t>
            </a:r>
            <a:r>
              <a:rPr lang="pt-BR" dirty="0"/>
              <a:t> </a:t>
            </a:r>
            <a:r>
              <a:rPr lang="pt-BR" dirty="0" err="1"/>
              <a:t>subscription</a:t>
            </a:r>
            <a:r>
              <a:rPr lang="pt-BR" dirty="0"/>
              <a:t> </a:t>
            </a:r>
            <a:r>
              <a:rPr lang="pt-BR" dirty="0" err="1"/>
              <a:t>or</a:t>
            </a:r>
            <a:r>
              <a:rPr lang="pt-BR" dirty="0"/>
              <a:t> does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renew</a:t>
            </a:r>
            <a:r>
              <a:rPr lang="pt-BR" dirty="0"/>
              <a:t> </a:t>
            </a:r>
            <a:r>
              <a:rPr lang="pt-BR" dirty="0" err="1"/>
              <a:t>given</a:t>
            </a:r>
            <a:r>
              <a:rPr lang="pt-BR" dirty="0"/>
              <a:t> a </a:t>
            </a:r>
            <a:r>
              <a:rPr lang="pt-BR" dirty="0" err="1"/>
              <a:t>prediction</a:t>
            </a:r>
            <a:r>
              <a:rPr lang="pt-BR" dirty="0"/>
              <a:t> </a:t>
            </a:r>
            <a:r>
              <a:rPr lang="pt-BR" dirty="0" err="1"/>
              <a:t>window</a:t>
            </a:r>
            <a:r>
              <a:rPr lang="pt-BR" dirty="0"/>
              <a:t>.</a:t>
            </a:r>
          </a:p>
          <a:p>
            <a:pPr lvl="1"/>
            <a:r>
              <a:rPr lang="pt-BR" dirty="0" err="1"/>
              <a:t>Example</a:t>
            </a:r>
            <a:r>
              <a:rPr lang="pt-BR" dirty="0"/>
              <a:t>:</a:t>
            </a:r>
          </a:p>
          <a:p>
            <a:pPr lvl="2"/>
            <a:r>
              <a:rPr lang="pt-BR" dirty="0"/>
              <a:t>0 = </a:t>
            </a:r>
            <a:r>
              <a:rPr lang="pt-BR" dirty="0" err="1"/>
              <a:t>probability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customer</a:t>
            </a:r>
            <a:r>
              <a:rPr lang="pt-BR" dirty="0"/>
              <a:t> </a:t>
            </a:r>
            <a:r>
              <a:rPr lang="pt-BR" dirty="0" err="1"/>
              <a:t>renewing</a:t>
            </a:r>
            <a:r>
              <a:rPr lang="pt-BR" dirty="0"/>
              <a:t> </a:t>
            </a:r>
            <a:r>
              <a:rPr lang="pt-BR" dirty="0" err="1"/>
              <a:t>thir</a:t>
            </a:r>
            <a:r>
              <a:rPr lang="pt-BR" dirty="0"/>
              <a:t> </a:t>
            </a:r>
            <a:r>
              <a:rPr lang="pt-BR" dirty="0" err="1"/>
              <a:t>subscription</a:t>
            </a:r>
            <a:r>
              <a:rPr lang="pt-BR" dirty="0"/>
              <a:t>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renewal</a:t>
            </a:r>
            <a:r>
              <a:rPr lang="pt-BR" dirty="0"/>
              <a:t> date;</a:t>
            </a:r>
          </a:p>
          <a:p>
            <a:pPr lvl="2"/>
            <a:r>
              <a:rPr lang="pt-BR" dirty="0"/>
              <a:t>1 = </a:t>
            </a:r>
            <a:r>
              <a:rPr lang="pt-BR" dirty="0" err="1"/>
              <a:t>probability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customer</a:t>
            </a:r>
            <a:r>
              <a:rPr lang="pt-BR" dirty="0"/>
              <a:t> </a:t>
            </a:r>
            <a:r>
              <a:rPr lang="pt-BR" dirty="0" err="1"/>
              <a:t>cancelling</a:t>
            </a:r>
            <a:r>
              <a:rPr lang="pt-BR" dirty="0"/>
              <a:t> </a:t>
            </a:r>
            <a:r>
              <a:rPr lang="pt-BR" dirty="0" err="1"/>
              <a:t>their</a:t>
            </a:r>
            <a:r>
              <a:rPr lang="pt-BR" dirty="0"/>
              <a:t> </a:t>
            </a:r>
            <a:r>
              <a:rPr lang="pt-BR" dirty="0" err="1"/>
              <a:t>subscription</a:t>
            </a:r>
            <a:r>
              <a:rPr lang="pt-BR" dirty="0"/>
              <a:t> </a:t>
            </a:r>
            <a:r>
              <a:rPr lang="pt-BR" dirty="0" err="1"/>
              <a:t>before</a:t>
            </a:r>
            <a:r>
              <a:rPr lang="pt-BR" dirty="0"/>
              <a:t> </a:t>
            </a:r>
            <a:r>
              <a:rPr lang="pt-BR" dirty="0" err="1"/>
              <a:t>renewal</a:t>
            </a:r>
            <a:r>
              <a:rPr lang="pt-BR" dirty="0"/>
              <a:t> date;</a:t>
            </a:r>
          </a:p>
          <a:p>
            <a:pPr lvl="2"/>
            <a:r>
              <a:rPr lang="pt-BR" dirty="0"/>
              <a:t>2 = </a:t>
            </a:r>
            <a:r>
              <a:rPr lang="pt-BR" dirty="0" err="1"/>
              <a:t>probability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customer</a:t>
            </a:r>
            <a:r>
              <a:rPr lang="pt-BR" dirty="0"/>
              <a:t>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renewing</a:t>
            </a:r>
            <a:r>
              <a:rPr lang="pt-BR" dirty="0"/>
              <a:t> </a:t>
            </a:r>
            <a:r>
              <a:rPr lang="pt-BR" dirty="0" err="1"/>
              <a:t>their</a:t>
            </a:r>
            <a:r>
              <a:rPr lang="pt-BR" dirty="0"/>
              <a:t> </a:t>
            </a:r>
            <a:r>
              <a:rPr lang="pt-BR" dirty="0" err="1"/>
              <a:t>subscription</a:t>
            </a:r>
            <a:r>
              <a:rPr lang="pt-BR" dirty="0"/>
              <a:t>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renewal</a:t>
            </a:r>
            <a:r>
              <a:rPr lang="pt-BR" dirty="0"/>
              <a:t> date.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462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2C8F7-E499-CC63-2426-586D1E18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Schema</a:t>
            </a:r>
            <a:r>
              <a:rPr lang="pt-BR" dirty="0"/>
              <a:t> </a:t>
            </a:r>
            <a:r>
              <a:rPr lang="pt-BR" dirty="0" err="1"/>
              <a:t>Definition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7A0B39-46B0-9A79-67E2-5859BAE99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848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127</Words>
  <Application>Microsoft Office PowerPoint</Application>
  <PresentationFormat>Widescreen</PresentationFormat>
  <Paragraphs>15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Streaming Churn Prediction Study Case</vt:lpstr>
      <vt:lpstr>Problem Statement</vt:lpstr>
      <vt:lpstr>Target Definition</vt:lpstr>
      <vt:lpstr>Schema Definition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Tamari</dc:creator>
  <cp:lastModifiedBy>Laura Tamari</cp:lastModifiedBy>
  <cp:revision>2</cp:revision>
  <dcterms:created xsi:type="dcterms:W3CDTF">2026-03-02T14:34:22Z</dcterms:created>
  <dcterms:modified xsi:type="dcterms:W3CDTF">2026-03-03T13:51:45Z</dcterms:modified>
</cp:coreProperties>
</file>